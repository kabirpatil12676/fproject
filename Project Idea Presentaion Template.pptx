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4"/>
  </p:notesMasterIdLst>
  <p:sldIdLst>
    <p:sldId id="285" r:id="rId2"/>
    <p:sldId id="290" r:id="rId3"/>
    <p:sldId id="291" r:id="rId4"/>
    <p:sldId id="258" r:id="rId5"/>
    <p:sldId id="292" r:id="rId6"/>
    <p:sldId id="302" r:id="rId7"/>
    <p:sldId id="294" r:id="rId8"/>
    <p:sldId id="301" r:id="rId9"/>
    <p:sldId id="298" r:id="rId10"/>
    <p:sldId id="299" r:id="rId11"/>
    <p:sldId id="300" r:id="rId12"/>
    <p:sldId id="287" r:id="rId13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F3"/>
    <a:srgbClr val="FFA100"/>
    <a:srgbClr val="FFB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>
      <p:cViewPr varScale="1">
        <p:scale>
          <a:sx n="53" d="100"/>
          <a:sy n="53" d="100"/>
        </p:scale>
        <p:origin x="900" y="84"/>
      </p:cViewPr>
      <p:guideLst>
        <p:guide orient="horz" pos="344"/>
        <p:guide pos="6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27.07.2026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2320-AABB-453E-0A32-2855B454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B10EC-57F3-51E1-2D6B-FFEA2461C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D6821-28AE-CAA3-8A5E-1B37A8C7D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A9EFF-ACC3-0BFE-E8AE-18DFE2B4D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400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0" y="1082680"/>
            <a:ext cx="18999997" cy="426401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85555" y="173458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GB" sz="3200" spc="-5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6833493" y="288707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200" spc="-15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3200" dirty="0"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838386" y="5817280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GB" sz="7200" spc="-5" dirty="0">
                <a:solidFill>
                  <a:srgbClr val="00318B"/>
                </a:solidFill>
                <a:cs typeface="Source Sans Pro"/>
              </a:rPr>
              <a:t>PROJECT SYNOPSIS PRESENTATION</a:t>
            </a:r>
            <a:endParaRPr lang="cs-CZ" sz="7200" dirty="0"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6076" y="-28800"/>
            <a:ext cx="1224237" cy="1140920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3549B7DF-0D2B-2377-7129-14E020EBF472}"/>
              </a:ext>
            </a:extLst>
          </p:cNvPr>
          <p:cNvSpPr txBox="1"/>
          <p:nvPr/>
        </p:nvSpPr>
        <p:spPr>
          <a:xfrm>
            <a:off x="1261661" y="7557678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5" dirty="0">
                <a:solidFill>
                  <a:srgbClr val="C00000"/>
                </a:solidFill>
                <a:cs typeface="Source Sans Pro"/>
              </a:rPr>
              <a:t>“TITLE OF PROJECT”</a:t>
            </a:r>
            <a:endParaRPr lang="cs-CZ" sz="4000" dirty="0">
              <a:solidFill>
                <a:srgbClr val="C00000"/>
              </a:solidFill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90976"/>
              </p:ext>
            </p:extLst>
          </p:nvPr>
        </p:nvGraphicFramePr>
        <p:xfrm>
          <a:off x="6552828" y="8748828"/>
          <a:ext cx="6616358" cy="51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3736038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1252537" y="9348221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5" dirty="0">
                <a:solidFill>
                  <a:srgbClr val="C00000"/>
                </a:solidFill>
                <a:cs typeface="Source Sans Pro"/>
              </a:rPr>
              <a:t>GUIDE : </a:t>
            </a:r>
            <a:endParaRPr lang="cs-CZ" sz="4000" dirty="0">
              <a:solidFill>
                <a:srgbClr val="C00000"/>
              </a:solidFill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E0C0-F8D1-8E73-28A5-86D8FE78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43C56F7-731E-D107-283C-63F233DDAD94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98BDD267-3EFC-1089-10FB-1D348B30E79B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EB5A754-9161-2B4E-9C20-F0355A222A21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F79AC783-91E4-4429-57F3-91312CD5A097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4783563A-1830-5716-6CF4-2C0084A21A33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F49171A-E3FE-6B71-22DB-769D34F91FA8}"/>
              </a:ext>
            </a:extLst>
          </p:cNvPr>
          <p:cNvSpPr txBox="1"/>
          <p:nvPr/>
        </p:nvSpPr>
        <p:spPr>
          <a:xfrm>
            <a:off x="-185555" y="173458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GB" sz="3200" spc="-5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7EF536A-644D-A987-15ED-123778ABF6C9}"/>
              </a:ext>
            </a:extLst>
          </p:cNvPr>
          <p:cNvSpPr txBox="1"/>
          <p:nvPr/>
        </p:nvSpPr>
        <p:spPr>
          <a:xfrm>
            <a:off x="6833493" y="288707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200" spc="-15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3200" dirty="0"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29C9FDB-8606-AA68-B337-AA1658A95C90}"/>
              </a:ext>
            </a:extLst>
          </p:cNvPr>
          <p:cNvSpPr txBox="1"/>
          <p:nvPr/>
        </p:nvSpPr>
        <p:spPr>
          <a:xfrm>
            <a:off x="846008" y="3446174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GB" sz="7200" spc="-5" dirty="0">
                <a:solidFill>
                  <a:srgbClr val="00318B"/>
                </a:solidFill>
                <a:cs typeface="Source Sans Pro"/>
              </a:rPr>
              <a:t>TEAM DETAILS  </a:t>
            </a:r>
            <a:endParaRPr lang="cs-CZ" sz="7200" dirty="0"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2AB8DF-435F-0CE7-EF49-FC18064AA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204" y="1343737"/>
            <a:ext cx="1224237" cy="1140920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F429F8F8-A1F8-84CB-DC87-B9AF62522CD6}"/>
              </a:ext>
            </a:extLst>
          </p:cNvPr>
          <p:cNvSpPr txBox="1"/>
          <p:nvPr/>
        </p:nvSpPr>
        <p:spPr>
          <a:xfrm>
            <a:off x="846008" y="2653629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5" dirty="0">
                <a:solidFill>
                  <a:srgbClr val="C00000"/>
                </a:solidFill>
                <a:cs typeface="Source Sans Pro"/>
              </a:rPr>
              <a:t>“TITLE OF PROJECT”</a:t>
            </a:r>
            <a:endParaRPr lang="cs-CZ" sz="4000" dirty="0">
              <a:solidFill>
                <a:srgbClr val="C00000"/>
              </a:solidFill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4C814B-7FE5-03F7-7342-D5D24AEB7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36298"/>
              </p:ext>
            </p:extLst>
          </p:nvPr>
        </p:nvGraphicFramePr>
        <p:xfrm>
          <a:off x="3328591" y="5216899"/>
          <a:ext cx="12579921" cy="410445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411958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4167963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820891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 Of The Student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 Roll No.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r>
                        <a:rPr lang="en-GB" dirty="0"/>
                        <a:t>1.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03819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r>
                        <a:rPr lang="en-GB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679176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r>
                        <a:rPr lang="en-GB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087042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r>
                        <a:rPr lang="en-GB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16039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878EBBD-D4D7-0C91-8B0E-531CF307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DC5D1D-8202-67A3-51C7-80D462E5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384ED7-EF9F-9A7D-5AEF-E110B83D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2</a:t>
            </a:fld>
            <a:endParaRPr lang="cs-C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63B86-A28D-2B65-B979-6F3C1A2DA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076" y="-28800"/>
            <a:ext cx="1224237" cy="114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7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7725-62C3-494F-67C3-EA37F08B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BF6161-9043-2212-0DB9-1C5D982E2D64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393E5515-9FB9-B6AE-8993-7343F1989FE1}"/>
              </a:ext>
            </a:extLst>
          </p:cNvPr>
          <p:cNvSpPr txBox="1"/>
          <p:nvPr/>
        </p:nvSpPr>
        <p:spPr>
          <a:xfrm>
            <a:off x="648172" y="217634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800" b="1" dirty="0">
                <a:solidFill>
                  <a:srgbClr val="FFFFFF"/>
                </a:solidFill>
                <a:cs typeface="Source Sans Pro Light"/>
              </a:rPr>
              <a:t>1. INTRODCUTION </a:t>
            </a:r>
            <a:endParaRPr lang="cs-CZ" sz="2800" b="1" dirty="0">
              <a:cs typeface="Source Sans Pro Ligh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0451591-D055-5AFE-EFB6-AC342FAF53B7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5E622-3EB4-B6C6-D7DE-196B58D9C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061" y="923513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5658CC-4D03-64FC-DF4C-21A7AD57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011699-C6E2-6B2F-F7A1-FBDEF6392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502C9E-7791-F5C4-AC00-F1F6D3CE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519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C9D4B5-2313-1045-08EC-A201433820D7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48172" y="217634"/>
            <a:ext cx="6048672" cy="476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2. PROBLEM STATEMENT</a:t>
            </a:r>
            <a:endParaRPr lang="en-IN" sz="2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FB7D6-38CD-A99E-946F-06D18881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2DAA4E-9581-A36B-54D2-8B8A55DC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A67635-D4CC-51C1-E541-F9169728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C033D4-B599-BBE8-1B28-D53AED59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85C3-CD54-A43B-F713-0A3DEC93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F13D46-50EF-9119-F1C0-5EEBA3129265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57ED03A-FA90-74AE-0328-F7C73B327270}"/>
              </a:ext>
            </a:extLst>
          </p:cNvPr>
          <p:cNvSpPr txBox="1"/>
          <p:nvPr/>
        </p:nvSpPr>
        <p:spPr>
          <a:xfrm>
            <a:off x="648172" y="217634"/>
            <a:ext cx="6048672" cy="476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3. OBJECTIVES</a:t>
            </a:r>
            <a:endParaRPr lang="en-IN" sz="2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262FA07D-8472-CA05-2563-4ED1C1A4CF8B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10E7C-1B09-9859-BF75-7BFFA7C8E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DF7BA5-6B64-8171-3046-42657D8B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5E94F1-C745-D0CD-D9D8-B728331F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F17792-8176-7BCF-BB41-D0734B3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130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B516-829B-0D25-F1E3-DF917438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C1B9ED-45F7-290D-0D79-7793A04D4305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7C74F3D8-F06F-07B5-ECC8-27D7E26CB9DC}"/>
              </a:ext>
            </a:extLst>
          </p:cNvPr>
          <p:cNvSpPr txBox="1"/>
          <p:nvPr/>
        </p:nvSpPr>
        <p:spPr>
          <a:xfrm>
            <a:off x="648172" y="217634"/>
            <a:ext cx="6048672" cy="476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02867996-4AF6-B756-56BC-46A94CEB6585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3B013-E235-A4CC-90E5-1546EC4EA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E715E0-0811-5EE2-4A28-49C483D0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E4FF95-C7D5-BF92-4DDF-8FB565CD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5A3E79-EEDC-93E3-28E9-514895E6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38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0493-A729-2B2E-B8C3-DC6DE948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8A6A2E-3CD9-6B5D-8A52-ECB4AB04AF91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073375A-12F7-4B10-092B-87A030752A1C}"/>
              </a:ext>
            </a:extLst>
          </p:cNvPr>
          <p:cNvSpPr txBox="1"/>
          <p:nvPr/>
        </p:nvSpPr>
        <p:spPr>
          <a:xfrm>
            <a:off x="648172" y="217634"/>
            <a:ext cx="8640960" cy="476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4. PROPOSED ARCHITECTURE &amp; METHODOLOGY</a:t>
            </a:r>
            <a:endParaRPr lang="en-IN" sz="2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807C7205-765B-3D19-E90A-0B88FDFF79D5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3441D-EE5B-0A87-ED22-768A34FA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6449FC-E6FA-D3EB-EC37-AAA54C5D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CC5B13-F77F-0EEB-C545-66ECDE86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701AF2-65D2-EA65-9CF7-F658FB7B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8979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4F939-E316-6E74-F4CC-12AC8E43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E9332A-904F-A22D-23CD-4A6C952B7032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D8855309-1645-9D4E-1E7C-4F6BC7F7A460}"/>
              </a:ext>
            </a:extLst>
          </p:cNvPr>
          <p:cNvSpPr txBox="1"/>
          <p:nvPr/>
        </p:nvSpPr>
        <p:spPr>
          <a:xfrm>
            <a:off x="648172" y="217634"/>
            <a:ext cx="8640960" cy="410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5. HARDWARE &amp; SOFTWARE REQUIREMENTS</a:t>
            </a:r>
            <a:endParaRPr lang="en-IN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D5420A55-5A65-75FB-00E2-B3C3C18D6828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D043B-6560-0144-4230-D38AD440A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6F7319-5795-9B62-B51F-990D3B8B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EA2365-D8AF-290F-D4E1-3AAC90E7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DBF4CD-5DDC-66B5-0863-BD4A691F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595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E91C-7522-7E45-AE63-167B8767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BFAD3B-EF3D-ECBD-DAFC-E6D704DE2CA5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FABDD3F-F797-D95B-FF65-FF6AC05A1025}"/>
              </a:ext>
            </a:extLst>
          </p:cNvPr>
          <p:cNvSpPr txBox="1"/>
          <p:nvPr/>
        </p:nvSpPr>
        <p:spPr>
          <a:xfrm>
            <a:off x="648172" y="217634"/>
            <a:ext cx="8640960" cy="476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6. EXPECTED DELIVERABLES</a:t>
            </a:r>
            <a:endParaRPr lang="en-IN" sz="2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83DC8E56-03E0-86C5-E7DE-808DE4BFBB39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30E28-7EF1-A421-B101-0B4F7CDF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8C298A-76F5-B77B-D58E-C8BA9F56E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8345B6-8CE3-2BE9-DF74-8711616F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2E0C55-CAE3-DA7B-3596-7348CA48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593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F0BC-5ED0-2BBC-857C-096DB278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98FCAB7-1EF7-0CBB-8139-1DBEDD1DE328}"/>
              </a:ext>
            </a:extLst>
          </p:cNvPr>
          <p:cNvSpPr/>
          <p:nvPr/>
        </p:nvSpPr>
        <p:spPr>
          <a:xfrm>
            <a:off x="-1" y="0"/>
            <a:ext cx="19010313" cy="878981"/>
          </a:xfrm>
          <a:prstGeom prst="rect">
            <a:avLst/>
          </a:prstGeom>
          <a:solidFill>
            <a:srgbClr val="009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7552DA98-E4CD-F9F8-7766-589A132AA20A}"/>
              </a:ext>
            </a:extLst>
          </p:cNvPr>
          <p:cNvSpPr txBox="1"/>
          <p:nvPr/>
        </p:nvSpPr>
        <p:spPr>
          <a:xfrm>
            <a:off x="648172" y="217634"/>
            <a:ext cx="8640960" cy="476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7. REFERENCES</a:t>
            </a:r>
            <a:endParaRPr lang="en-IN" sz="2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6A206FD-E0B9-07AA-9703-6B07CBCAF999}"/>
              </a:ext>
            </a:extLst>
          </p:cNvPr>
          <p:cNvSpPr txBox="1"/>
          <p:nvPr/>
        </p:nvSpPr>
        <p:spPr>
          <a:xfrm>
            <a:off x="971550" y="1689100"/>
            <a:ext cx="17220406" cy="374461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cs typeface="Source Sans Pro Light"/>
              </a:rPr>
              <a:t>Enter text here </a:t>
            </a:r>
            <a:endParaRPr lang="en-US" sz="24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FD46B0-D5EB-F717-D7A9-F2992FF29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115" y="9254072"/>
            <a:ext cx="1314252" cy="131425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0CC2C8-EF0D-2733-0489-93D9CBBB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F995A-6307-B5E6-A972-631CB1D00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 </a:t>
            </a:r>
            <a:endParaRPr lang="cs-CZ" dirty="0"/>
          </a:p>
          <a:p>
            <a:endParaRPr lang="cs-CZ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7741DF-616F-B0DC-EC18-E31EC286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1979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5100D-8158-D608-5CFD-A39DB22A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99191-E626-E520-41D8-F54668D6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54FD2-FEAB-5659-2451-D0FE1CB7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11</a:t>
            </a:fld>
            <a:endParaRPr lang="cs-C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ECB75-1B5B-0FF8-9134-7648BB95812A}"/>
              </a:ext>
            </a:extLst>
          </p:cNvPr>
          <p:cNvSpPr txBox="1"/>
          <p:nvPr/>
        </p:nvSpPr>
        <p:spPr>
          <a:xfrm>
            <a:off x="6840860" y="4338588"/>
            <a:ext cx="6415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>
                <a:solidFill>
                  <a:srgbClr val="C00000"/>
                </a:solidFill>
              </a:rPr>
              <a:t>QUESTIONS </a:t>
            </a:r>
            <a:endParaRPr lang="en-IN" sz="7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539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B9576-71CA-6167-2EC5-6F575F33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81EFE-AAC7-CAB6-83FD-002C4200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0B9AD-85B7-007B-B953-57299E69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12</a:t>
            </a:fld>
            <a:endParaRPr lang="cs-C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9B629-BD9A-2002-F50F-68AB3D3A4869}"/>
              </a:ext>
            </a:extLst>
          </p:cNvPr>
          <p:cNvSpPr txBox="1"/>
          <p:nvPr/>
        </p:nvSpPr>
        <p:spPr>
          <a:xfrm>
            <a:off x="6840860" y="4338588"/>
            <a:ext cx="6415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>
                <a:solidFill>
                  <a:srgbClr val="C00000"/>
                </a:solidFill>
              </a:rPr>
              <a:t>THANK YOU ! </a:t>
            </a:r>
            <a:endParaRPr lang="en-IN" sz="7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12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Earth’s history Spread of life</Template>
  <TotalTime>58</TotalTime>
  <Words>151</Words>
  <Application>Microsoft Office PowerPoint</Application>
  <PresentationFormat>Custom</PresentationFormat>
  <Paragraphs>67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Source Sans Pro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 StriKsham</dc:creator>
  <cp:lastModifiedBy>Deepa StriKsham</cp:lastModifiedBy>
  <cp:revision>11</cp:revision>
  <dcterms:created xsi:type="dcterms:W3CDTF">2026-07-27T07:12:11Z</dcterms:created>
  <dcterms:modified xsi:type="dcterms:W3CDTF">2026-07-27T10:53:19Z</dcterms:modified>
</cp:coreProperties>
</file>